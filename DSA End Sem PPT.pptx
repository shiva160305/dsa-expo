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72" r:id="rId12"/>
    <p:sldId id="273" r:id="rId13"/>
    <p:sldId id="274" r:id="rId14"/>
    <p:sldId id="275" r:id="rId15"/>
    <p:sldId id="276" r:id="rId16"/>
    <p:sldId id="269" r:id="rId17"/>
    <p:sldId id="277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1645920"/>
            <a:ext cx="8316595" cy="1066165"/>
          </a:xfrm>
        </p:spPr>
        <p:txBody>
          <a:bodyPr/>
          <a:lstStyle/>
          <a:p>
            <a:pPr algn="l"/>
            <a:r>
              <a:rPr sz="60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Student Data and Record Management </a:t>
            </a:r>
            <a:endParaRPr sz="600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8750" y="4504690"/>
            <a:ext cx="5789930" cy="3137535"/>
          </a:xfrm>
        </p:spPr>
        <p:txBody>
          <a:bodyPr/>
          <a:lstStyle/>
          <a:p>
            <a:r>
              <a:t>Name: V. Shiva Venkata Sai</a:t>
            </a:r>
          </a:p>
          <a:p>
            <a:r>
              <a:t>Roll No: 2520090092</a:t>
            </a:r>
          </a:p>
          <a:p>
            <a:r>
              <a:t>Department: CS</a:t>
            </a:r>
            <a:r>
              <a:rPr lang="en-US"/>
              <a:t>IT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465955" y="5289550"/>
            <a:ext cx="4572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  <a:sym typeface="+mn-ea"/>
              </a:rPr>
              <a:t>Under the Guidance of </a:t>
            </a:r>
            <a:endParaRPr lang="en-US" sz="2400" dirty="0">
              <a:solidFill>
                <a:srgbClr val="00B050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  <a:sym typeface="+mn-ea"/>
              </a:rPr>
              <a:t>Supervisor Name: G.Mamatha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  <a:sym typeface="+mn-ea"/>
              </a:rPr>
              <a:t>Assistant Professor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  <a:sym typeface="+mn-ea"/>
              </a:rPr>
              <a:t>Department of CSE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Java based student management application</a:t>
            </a:r>
          </a:p>
          <a:p>
            <a:pPr marL="0" indent="0">
              <a:buNone/>
            </a:pPr>
            <a:r>
              <a:t>• Manages student data efficiently</a:t>
            </a:r>
          </a:p>
          <a:p>
            <a:pPr marL="0" indent="0">
              <a:buNone/>
            </a:pPr>
            <a:r>
              <a:t>• Supports add, search, delete and sorting</a:t>
            </a:r>
          </a:p>
          <a:p>
            <a:pPr marL="0" indent="0">
              <a:buNone/>
            </a:pPr>
            <a:r>
              <a:t>• Demonstrates Data Structures &amp; Algorithms</a:t>
            </a:r>
          </a:p>
          <a:p>
            <a:pPr marL="0" indent="0">
              <a:buNone/>
            </a:pPr>
            <a:r>
              <a:t>• Uses Linked Lists, Queues, Hash Tables and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Manual student record maintenance</a:t>
            </a:r>
          </a:p>
          <a:p>
            <a:pPr marL="0" indent="0">
              <a:buNone/>
            </a:pPr>
            <a:r>
              <a:t>• Records stored in papers or spreadsheets</a:t>
            </a:r>
          </a:p>
          <a:p>
            <a:pPr marL="0" indent="0">
              <a:buNone/>
            </a:pPr>
            <a:r>
              <a:t>• Difficult to search student details</a:t>
            </a:r>
          </a:p>
          <a:p>
            <a:pPr marL="0" indent="0">
              <a:buNone/>
            </a:pPr>
            <a:r>
              <a:t>• Data redundancy and errors possible</a:t>
            </a:r>
          </a:p>
          <a:p>
            <a:pPr marL="0" indent="0">
              <a:buNone/>
            </a:pPr>
            <a:r>
              <a:t>• Time consuming record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Java console based application</a:t>
            </a:r>
          </a:p>
          <a:p>
            <a:pPr marL="0" indent="0">
              <a:buNone/>
            </a:pPr>
            <a:r>
              <a:t>• Stores student information digitally</a:t>
            </a:r>
          </a:p>
          <a:p>
            <a:pPr marL="0" indent="0">
              <a:buNone/>
            </a:pPr>
            <a:r>
              <a:t>• Supports efficient search and sort</a:t>
            </a:r>
          </a:p>
          <a:p>
            <a:pPr marL="0" indent="0">
              <a:buNone/>
            </a:pPr>
            <a:r>
              <a:t>• Uses advanced data structures</a:t>
            </a:r>
          </a:p>
          <a:p>
            <a:pPr marL="0" indent="0">
              <a:buNone/>
            </a:pPr>
            <a:r>
              <a:t>• Improves performance and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User interacts with console interface</a:t>
            </a:r>
          </a:p>
          <a:p>
            <a:pPr marL="0" indent="0">
              <a:buNone/>
            </a:pPr>
            <a:r>
              <a:t>• Java program processes student data</a:t>
            </a:r>
          </a:p>
          <a:p>
            <a:pPr marL="0" indent="0">
              <a:buNone/>
            </a:pPr>
            <a:r>
              <a:t>• Data stored using ArrayList</a:t>
            </a:r>
          </a:p>
          <a:p>
            <a:pPr marL="0" indent="0">
              <a:buNone/>
            </a:pPr>
            <a:r>
              <a:t>• Algorithms perform search and sorting</a:t>
            </a:r>
          </a:p>
          <a:p>
            <a:pPr marL="0" indent="0">
              <a:buNone/>
            </a:pPr>
            <a:r>
              <a:t>• Hash tables enable fast lookup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Login Module</a:t>
            </a:r>
          </a:p>
          <a:p>
            <a:pPr marL="0" indent="0">
              <a:buNone/>
            </a:pPr>
            <a:r>
              <a:t>• Student Management Module</a:t>
            </a:r>
          </a:p>
          <a:p>
            <a:pPr marL="0" indent="0">
              <a:buNone/>
            </a:pPr>
            <a:r>
              <a:t>• Searching Module</a:t>
            </a:r>
          </a:p>
          <a:p>
            <a:pPr marL="0" indent="0">
              <a:buNone/>
            </a:pPr>
            <a:r>
              <a:t>• Sorting Module</a:t>
            </a:r>
          </a:p>
          <a:p>
            <a:pPr marL="0" indent="0">
              <a:buNone/>
            </a:pPr>
            <a:r>
              <a:t>• Linked List Module</a:t>
            </a:r>
          </a:p>
          <a:p>
            <a:pPr marL="0" indent="0">
              <a:buNone/>
            </a:pPr>
            <a:r>
              <a:t>• Queue Operations Module</a:t>
            </a:r>
          </a:p>
          <a:p>
            <a:pPr marL="0" indent="0">
              <a:buNone/>
            </a:pPr>
            <a:r>
              <a:t>• Hashing Module</a:t>
            </a:r>
          </a:p>
          <a:p>
            <a:pPr marL="0" indent="0">
              <a:buNone/>
            </a:pPr>
            <a:r>
              <a:t>• Complexity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Implement student record management system</a:t>
            </a:r>
          </a:p>
          <a:p>
            <a:pPr marL="0" indent="0">
              <a:buNone/>
            </a:pPr>
            <a:r>
              <a:t>• Apply data structures in real application</a:t>
            </a:r>
          </a:p>
          <a:p>
            <a:pPr marL="0" indent="0">
              <a:buNone/>
            </a:pPr>
            <a:r>
              <a:t>• Practice Java collections framework</a:t>
            </a:r>
          </a:p>
          <a:p>
            <a:pPr marL="0" indent="0">
              <a:buNone/>
            </a:pPr>
            <a:r>
              <a:t>• Compare searching and sorting algorithms</a:t>
            </a:r>
          </a:p>
          <a:p>
            <a:pPr marL="0" indent="0">
              <a:buNone/>
            </a:pPr>
            <a:r>
              <a:t>• Improve data handling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 Attainments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/>
              <a:t>CO1 – Algorithm Analysis</a:t>
            </a:r>
            <a:endParaRPr lang="en-US" altLang="en-GB"/>
          </a:p>
          <a:p>
            <a:r>
              <a:rPr lang="en-US" altLang="en-GB"/>
              <a:t> Implement Linear Search and Binary Search</a:t>
            </a:r>
            <a:endParaRPr lang="en-US" altLang="en-GB"/>
          </a:p>
          <a:p>
            <a:r>
              <a:rPr lang="en-US" altLang="en-GB"/>
              <a:t> Implement Sorting Algorithms (Bubble, Selection, Insertion, Merge, Quick)</a:t>
            </a:r>
            <a:endParaRPr lang="en-US" altLang="en-GB"/>
          </a:p>
          <a:p>
            <a:r>
              <a:rPr lang="en-US" altLang="en-GB"/>
              <a:t> Analyze algorithm efficiency using Big-O notation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 Attainments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CO2 – Abstract Data Types</a:t>
            </a:r>
            <a:endParaRPr lang="en-US" altLang="en-GB"/>
          </a:p>
          <a:p>
            <a:r>
              <a:rPr lang="en-US" altLang="en-GB"/>
              <a:t> Implement Arrays and Linked Lists</a:t>
            </a:r>
            <a:endParaRPr lang="en-US" altLang="en-GB"/>
          </a:p>
          <a:p>
            <a:r>
              <a:rPr lang="en-US" altLang="en-GB"/>
              <a:t> Implement Singly, Doubly and Circular Linked Lists</a:t>
            </a:r>
            <a:endParaRPr lang="en-US" altLang="en-GB"/>
          </a:p>
          <a:p>
            <a:r>
              <a:rPr lang="en-US" altLang="en-GB"/>
              <a:t> Perform operations Insert, Delete, Search, Traverse, Reverse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 Attainments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CO3 – Stacks and Queues</a:t>
            </a:r>
            <a:endParaRPr lang="en-US" altLang="en-GB"/>
          </a:p>
          <a:p>
            <a:r>
              <a:rPr lang="en-US" altLang="en-GB"/>
              <a:t> Implement Stack ADT and Queue ADT</a:t>
            </a:r>
            <a:endParaRPr lang="en-US" altLang="en-GB"/>
          </a:p>
          <a:p>
            <a:r>
              <a:rPr lang="en-US" altLang="en-GB"/>
              <a:t> Use Circular Queue and Deque</a:t>
            </a:r>
            <a:endParaRPr lang="en-US" altLang="en-GB"/>
          </a:p>
          <a:p>
            <a:r>
              <a:rPr lang="en-US" altLang="en-GB"/>
              <a:t> Implement Priority Queue using Heap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 Attainments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CO4 – Hash Based Data Structures</a:t>
            </a:r>
            <a:endParaRPr lang="en-US" altLang="en-GB"/>
          </a:p>
          <a:p>
            <a:r>
              <a:rPr lang="en-US" altLang="en-GB"/>
              <a:t> Implement Hash Tables</a:t>
            </a:r>
            <a:endParaRPr lang="en-US" altLang="en-GB"/>
          </a:p>
          <a:p>
            <a:r>
              <a:rPr lang="en-US" altLang="en-GB"/>
              <a:t> Use Separate Chaining and Open Addressing</a:t>
            </a:r>
            <a:endParaRPr lang="en-US" altLang="en-GB"/>
          </a:p>
          <a:p>
            <a:r>
              <a:rPr lang="en-US" altLang="en-GB"/>
              <a:t> Apply Java Collections Framework (List, Queue, Map)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 Attainments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CO5 – Applications of Linear Data Structures</a:t>
            </a:r>
            <a:endParaRPr lang="en-US" altLang="en-GB"/>
          </a:p>
          <a:p>
            <a:r>
              <a:rPr lang="en-US" altLang="en-GB"/>
              <a:t> Develop Student Record Management System</a:t>
            </a:r>
            <a:endParaRPr lang="en-US" altLang="en-GB"/>
          </a:p>
          <a:p>
            <a:r>
              <a:rPr lang="en-US" altLang="en-GB"/>
              <a:t> Use Arrays, Linked Lists, Stacks and Queues</a:t>
            </a:r>
            <a:endParaRPr lang="en-US" altLang="en-GB"/>
          </a:p>
          <a:p>
            <a:r>
              <a:rPr lang="en-US" altLang="en-GB"/>
              <a:t> Perform Add, Search, Delete, Display operations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 Attainments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CO6 – Skill Development</a:t>
            </a:r>
            <a:endParaRPr lang="en-US" altLang="en-GB"/>
          </a:p>
          <a:p>
            <a:r>
              <a:rPr lang="en-US" altLang="en-GB"/>
              <a:t> Improve problem solving skills</a:t>
            </a:r>
            <a:endParaRPr lang="en-US" altLang="en-GB"/>
          </a:p>
          <a:p>
            <a:r>
              <a:rPr lang="en-US" altLang="en-GB"/>
              <a:t> Develop efficient algorithms</a:t>
            </a:r>
            <a:endParaRPr lang="en-US" altLang="en-GB"/>
          </a:p>
          <a:p>
            <a:r>
              <a:rPr lang="en-US" altLang="en-GB"/>
              <a:t> Build DSA based programs in Java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ScreenShots: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8285" y="1281430"/>
            <a:ext cx="3947160" cy="13030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3172460"/>
            <a:ext cx="2552700" cy="9982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" y="4684395"/>
            <a:ext cx="2598420" cy="1112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390" y="1281430"/>
            <a:ext cx="2415540" cy="16154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55" y="3534410"/>
            <a:ext cx="348234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real use of data structures</a:t>
            </a:r>
          </a:p>
          <a:p>
            <a:r>
              <a:t>• Combines multiple algorithms in one system</a:t>
            </a:r>
          </a:p>
          <a:p>
            <a:r>
              <a:t>• Improves understanding of algorithm efficiency</a:t>
            </a:r>
          </a:p>
          <a:p>
            <a:r>
              <a:t>• Can be extended with GUI and database</a:t>
            </a:r>
          </a:p>
          <a:p>
            <a:r>
              <a:t>• Useful learning project for DSA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Geo-Taged Photo</a:t>
            </a:r>
            <a:endParaRPr lang="en-US" altLang="en-GB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8660" y="1696720"/>
            <a:ext cx="7726680" cy="4305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3555" y="2870835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sz="8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Thank You</a:t>
            </a:r>
            <a:endParaRPr sz="800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>
              <a:buNone/>
            </a:pPr>
            <a:endParaRPr sz="800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2636</Words>
  <Application>WPS Presentation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SimSun</vt:lpstr>
      <vt:lpstr>Wingdings</vt:lpstr>
      <vt:lpstr>Microsoft YaHei</vt:lpstr>
      <vt:lpstr>Arial Unicode MS</vt:lpstr>
      <vt:lpstr>Calibri</vt:lpstr>
      <vt:lpstr>Communications and Dialogues</vt:lpstr>
      <vt:lpstr>Student Data and Record Management </vt:lpstr>
      <vt:lpstr>Abstract</vt:lpstr>
      <vt:lpstr>Existing System</vt:lpstr>
      <vt:lpstr>Proposed System</vt:lpstr>
      <vt:lpstr>System Architecture</vt:lpstr>
      <vt:lpstr>Project Modules</vt:lpstr>
      <vt:lpstr>Objectives</vt:lpstr>
      <vt:lpstr>CO Attainments </vt:lpstr>
      <vt:lpstr>CO Attainments </vt:lpstr>
      <vt:lpstr>CO Attainments </vt:lpstr>
      <vt:lpstr>CO Attainments </vt:lpstr>
      <vt:lpstr>CO Attainments </vt:lpstr>
      <vt:lpstr>CO Attainments </vt:lpstr>
      <vt:lpstr>PowerPoint 演示文稿</vt:lpstr>
      <vt:lpstr>Conclusion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WPS_1691586764</cp:lastModifiedBy>
  <cp:revision>5</cp:revision>
  <dcterms:created xsi:type="dcterms:W3CDTF">2013-01-27T09:14:00Z</dcterms:created>
  <dcterms:modified xsi:type="dcterms:W3CDTF">2026-03-12T03:23:20Z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A229BCCA918E4702A9694F9ABA20193E_12</vt:lpwstr>
  </property>
  <property fmtid="{D5CDD505-2E9C-101B-9397-08002B2CF9AE}" pid="3" name="KSOProductBuildVer">
    <vt:lpwstr>2057-12.2.0.23197</vt:lpwstr>
  </property>
</Properties>
</file>